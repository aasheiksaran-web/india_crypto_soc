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E3A8A">
              <a:alpha val="25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2743200"/>
            <a:ext cx="2743200" cy="2743200"/>
          </a:xfrm>
          <a:prstGeom prst="ellipse">
            <a:avLst/>
          </a:prstGeom>
          <a:solidFill>
            <a:srgbClr val="1E3A8A">
              <a:alpha val="25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INDIA_CRYPTO_SOC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AES-CA Accelerated RISC-V SoC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Indian Government Document Encryption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 w="19050">
            <a:solidFill>
              <a:srgbClr val="FF8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77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PDF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UIDAI / Biometric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393192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 w="19050">
            <a:solidFill>
              <a:srgbClr val="FF8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977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 Document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4389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/ DigiLocker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393192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 w="19050">
            <a:solidFill>
              <a:srgbClr val="FF8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977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4389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/ HL7 FHIR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5166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0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RV32IM Core  ·  AES-256 4-CA  ·  MS-TRNG  ·  AXI Firewall  ·  PULP Peripherals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Architecture — Block Diagram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× 8S AXI-Lite Crossbar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E8EDF8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132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Subsystem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286000" cy="1143000"/>
          </a:xfrm>
          <a:prstGeom prst="roundRect">
            <a:avLst>
              <a:gd name="adj" fmla="val 56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RV32IM 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Pipeline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1051560"/>
            <a:ext cx="2286000" cy="1143000"/>
          </a:xfrm>
          <a:prstGeom prst="roundRect">
            <a:avLst>
              <a:gd name="adj" fmla="val 5600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05156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ISA Ext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Custom-0 Sideband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0" y="2377440"/>
            <a:ext cx="0" cy="137160"/>
          </a:xfrm>
          <a:prstGeom prst="line">
            <a:avLst/>
          </a:prstGeom>
          <a:noFill/>
          <a:ln w="19050">
            <a:solidFill>
              <a:srgbClr val="1E3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2377440"/>
            <a:ext cx="0" cy="137160"/>
          </a:xfrm>
          <a:prstGeom prst="line">
            <a:avLst/>
          </a:prstGeom>
          <a:noFill/>
          <a:ln w="19050">
            <a:solidFill>
              <a:srgbClr val="1E3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14600"/>
            <a:ext cx="11612880" cy="548640"/>
          </a:xfrm>
          <a:prstGeom prst="roundRect">
            <a:avLst>
              <a:gd name="adj" fmla="val 11667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514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AXI-Lite Crossbar   ·   2 Masters  ×  8 Slaves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2514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m0: CPU dmem   |   m1: PDF DMA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45920" y="3063240"/>
            <a:ext cx="0" cy="137160"/>
          </a:xfrm>
          <a:prstGeom prst="line">
            <a:avLst/>
          </a:prstGeom>
          <a:noFill/>
          <a:ln w="19050">
            <a:solidFill>
              <a:srgbClr val="455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3063240"/>
            <a:ext cx="0" cy="137160"/>
          </a:xfrm>
          <a:prstGeom prst="line">
            <a:avLst/>
          </a:prstGeom>
          <a:noFill/>
          <a:ln w="19050">
            <a:solidFill>
              <a:srgbClr val="FF8F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21240" y="3063240"/>
            <a:ext cx="0" cy="137160"/>
          </a:xfrm>
          <a:prstGeom prst="line">
            <a:avLst/>
          </a:prstGeom>
          <a:noFill/>
          <a:ln w="19050">
            <a:solidFill>
              <a:srgbClr val="1B5E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20040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E3E8F4"/>
          </a:solidFill>
          <a:ln w="12700">
            <a:solidFill>
              <a:srgbClr val="455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2186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611880"/>
            <a:ext cx="2468880" cy="822960"/>
          </a:xfrm>
          <a:prstGeom prst="roundRect">
            <a:avLst>
              <a:gd name="adj" fmla="val 6667"/>
            </a:avLst>
          </a:prstGeom>
          <a:solidFill>
            <a:srgbClr val="455A8A"/>
          </a:solidFill>
          <a:ln w="12700">
            <a:solidFill>
              <a:srgbClr val="455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611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ROM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KB · s0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0x0000_0000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4526280"/>
            <a:ext cx="2468880" cy="1737360"/>
          </a:xfrm>
          <a:prstGeom prst="roundRect">
            <a:avLst>
              <a:gd name="adj" fmla="val 3158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52628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KB · s1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0x2000_0000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A: imem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B: dmem+DMA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3200400"/>
            <a:ext cx="4572000" cy="3200400"/>
          </a:xfrm>
          <a:prstGeom prst="roundRect">
            <a:avLst>
              <a:gd name="adj" fmla="val 2286"/>
            </a:avLst>
          </a:prstGeom>
          <a:solidFill>
            <a:srgbClr val="FFF3E0"/>
          </a:solidFill>
          <a:ln w="19050">
            <a:solidFill>
              <a:srgbClr val="FF8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2186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Engines  [Firewall Protected]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37560" y="3611880"/>
            <a:ext cx="4297680" cy="822960"/>
          </a:xfrm>
          <a:prstGeom prst="roundRect">
            <a:avLst>
              <a:gd name="adj" fmla="val 6667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6118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AES-CA Accel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4-CA AES-256 CTR · s2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0x3000_0000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37560" y="4526280"/>
            <a:ext cx="4297680" cy="822960"/>
          </a:xfrm>
          <a:prstGeom prst="roundRect">
            <a:avLst>
              <a:gd name="adj" fmla="val 6667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45262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MS-TRNG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Metastable FF · SP 800-90B · s3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0x3000_1000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37560" y="5440680"/>
            <a:ext cx="4297680" cy="822960"/>
          </a:xfrm>
          <a:prstGeom prst="roundRect">
            <a:avLst>
              <a:gd name="adj" fmla="val 6667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54406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PDF Engine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· GovDoc · Medical · s4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0x3000_2000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955280" y="320040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0" y="32186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Peripherals  [Firewall Protected]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92440" y="3611880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92440" y="3611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UART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apb_uart · s5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0x4000_0000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92440" y="4526280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92440" y="4526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I2C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apb_i2c · s6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0x4000_1000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092440" y="5440680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01579B"/>
          </a:solidFill>
          <a:ln w="12700">
            <a:solidFill>
              <a:srgbClr val="01579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92440" y="5440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apb_spi_master · s7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0x4000_2000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Map &amp; Address Space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71323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31520"/>
                <a:gridCol w="1645920"/>
                <a:gridCol w="548640"/>
                <a:gridCol w="10058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F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0x0000_0000 – 0x0000_7FFF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KB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 ROM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0x2000_0000 – 0x2001_FFFF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KB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6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0x3000_0000 – 0x3000_0FFF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KB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AES-CA Accel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0x3000_1000 – 0x3000_1FFF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KB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MS-TRNG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6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0x3000_2000 – 0x3000_2FFF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KB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PDF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0x4000_0000 – 0x4000_0FFF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KB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UART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6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0x4000_1000 – 0x4000_1FFF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KB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I2C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0x4000_2000 – 0x4000_2FFF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KB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SPI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6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09728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0" y="10972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Masters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m0: CPU dmem  —  trusted, HIGH priority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PDF DMA  —  semi-trusted, LOW priority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772400" y="265176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0A2A0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0" y="26791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Default Permissions</a:t>
            </a:r>
            <a:endParaRPr lang="en-US" sz="1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3108960"/>
          <a:ext cx="3931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CPU(m0)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DMA(m1)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AES-CA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0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TRNG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0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PDF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0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s5-s7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0D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772400" y="46634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(m1) may access SRAM (s1) directly — no firewall. CPU writes perm_table to grant DMA access to other slaves.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RV32IM Core — Microarchitecture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Pipeline + Attack Protections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691640" cy="1097280"/>
          </a:xfrm>
          <a:prstGeom prst="roundRect">
            <a:avLst>
              <a:gd name="adj" fmla="val 6667"/>
            </a:avLst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777240"/>
            <a:ext cx="1691640" cy="1097280"/>
          </a:xfrm>
          <a:prstGeom prst="roundRect">
            <a:avLst>
              <a:gd name="adj" fmla="val 6667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7772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RegFile Read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777240"/>
            <a:ext cx="1691640" cy="1097280"/>
          </a:xfrm>
          <a:prstGeom prst="roundRect">
            <a:avLst>
              <a:gd name="adj" fmla="val 6667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7772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MUL/DIV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97880" y="777240"/>
            <a:ext cx="1691640" cy="1097280"/>
          </a:xfrm>
          <a:prstGeom prst="roundRect">
            <a:avLst>
              <a:gd name="adj" fmla="val 6667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7772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AXI-Lite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Access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777240"/>
            <a:ext cx="1691640" cy="1097280"/>
          </a:xfrm>
          <a:prstGeom prst="roundRect">
            <a:avLst>
              <a:gd name="adj" fmla="val 6667"/>
            </a:avLst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7772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0" y="1325880"/>
            <a:ext cx="137160" cy="0"/>
          </a:xfrm>
          <a:prstGeom prst="line">
            <a:avLst/>
          </a:prstGeom>
          <a:noFill/>
          <a:ln w="25400">
            <a:solidFill>
              <a:srgbClr val="455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1325880"/>
            <a:ext cx="137160" cy="0"/>
          </a:xfrm>
          <a:prstGeom prst="line">
            <a:avLst/>
          </a:prstGeom>
          <a:noFill/>
          <a:ln w="25400">
            <a:solidFill>
              <a:srgbClr val="455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1325880"/>
            <a:ext cx="137160" cy="0"/>
          </a:xfrm>
          <a:prstGeom prst="line">
            <a:avLst/>
          </a:prstGeom>
          <a:noFill/>
          <a:ln w="25400">
            <a:solidFill>
              <a:srgbClr val="455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1325880"/>
            <a:ext cx="137160" cy="0"/>
          </a:xfrm>
          <a:prstGeom prst="line">
            <a:avLst/>
          </a:prstGeom>
          <a:noFill/>
          <a:ln w="25400">
            <a:solidFill>
              <a:srgbClr val="455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920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+ Branch Pred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48840" y="1920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 RegFile Read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23360" y="1920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Check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97880" y="1920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Access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1920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 Write-Back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4231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514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Parity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28803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fetched instruction carries a parity bit. Mismatch raises an illegal-instruction trap.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08960" y="24231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514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Range Guard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0" y="28803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CSRs 0xBC0/0xBC1 set min/max valid PC. Out-of-bounds fetch halts pipeline.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9776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69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File ECC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4434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Hamming(7,4) per nibble. Corrects 1-bit errors. Flags 2-bit (fatal) errors.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08960" y="39776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4069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24-bit Watchdog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00400" y="4434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Reloads on every committed instruction. Reset if no progress detected.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685800"/>
            <a:ext cx="5760720" cy="1828800"/>
          </a:xfrm>
          <a:prstGeom prst="roundRect">
            <a:avLst>
              <a:gd name="adj" fmla="val 4000"/>
            </a:avLst>
          </a:prstGeom>
          <a:solidFill>
            <a:srgbClr val="E8EDF8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71323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CSRs (RV32IM)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17920" y="1078992"/>
            <a:ext cx="5486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0xBC0  pc_min_guard   min valid PC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0xBC1  pc_max_guard   max valid PC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0xBC2  wdt_reload     24-bit watchdog value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2651760"/>
            <a:ext cx="5760720" cy="1554480"/>
          </a:xfrm>
          <a:prstGeom prst="roundRect">
            <a:avLst>
              <a:gd name="adj" fmla="val 4706"/>
            </a:avLst>
          </a:prstGeom>
          <a:solidFill>
            <a:srgbClr val="E8EDF8"/>
          </a:solidFill>
          <a:ln w="12700">
            <a:solidFill>
              <a:srgbClr val="455A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267919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M-Extension (Iterative)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17920" y="30175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MUL, MULH, MULHSU, MULHU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DIV, DIVU, REM, REMU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(Multi-cycle iterative, no DSP required)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26480" y="4343400"/>
            <a:ext cx="5760720" cy="1920240"/>
          </a:xfrm>
          <a:prstGeom prst="roundRect">
            <a:avLst>
              <a:gd name="adj" fmla="val 3810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437083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Custom-0 Sideband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17920" y="470916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custom_valid + custom_instr[31:0]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custom_rs1[31:0] + custom_rs2[31:0]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AES ISA Ext (combinational)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custom_rd[31:0] back to regfile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Instructions: aes.esb  aes.emx  aes.esr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aes.dsb  aes.dmx  aes.disr  aes.xk  aes.rcon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1216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AES-CA Accelerator — 4-CA Microarchitecture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57200" cy="1005840"/>
          </a:xfrm>
          <a:prstGeom prst="roundRect">
            <a:avLst>
              <a:gd name="adj" fmla="val 12000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005840"/>
            <a:ext cx="6583680" cy="1005840"/>
          </a:xfrm>
          <a:prstGeom prst="roundRect">
            <a:avLst>
              <a:gd name="adj" fmla="val 5455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005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CA-1  SubBytes + Neighbour Perturbation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128-bit state through AES S-box; each byte XOR'd with CA-1 neighbours (row-wise)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457200" cy="1005840"/>
          </a:xfrm>
          <a:prstGeom prst="roundRect">
            <a:avLst>
              <a:gd name="adj" fmla="val 12000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4884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148840"/>
            <a:ext cx="6583680" cy="1005840"/>
          </a:xfrm>
          <a:prstGeom prst="roundRect">
            <a:avLst>
              <a:gd name="adj" fmla="val 5455"/>
            </a:avLst>
          </a:prstGeom>
          <a:solidFill>
            <a:srgbClr val="B84000"/>
          </a:solidFill>
          <a:ln w="12700">
            <a:solidFill>
              <a:srgbClr val="B84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48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CA-2  ShiftRows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rotation: row i shifted left by i positions  (0,1,2,3 byte shifts)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457200" cy="1005840"/>
          </a:xfrm>
          <a:prstGeom prst="roundRect">
            <a:avLst>
              <a:gd name="adj" fmla="val 12000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29184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291840"/>
            <a:ext cx="6583680" cy="1005840"/>
          </a:xfrm>
          <a:prstGeom prst="roundRect">
            <a:avLst>
              <a:gd name="adj" fmla="val 5455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91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CA-3  MixColumns over GF(2⁸)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4×4 byte-matrix MDS multiplication; polynomial x²+x+1 in GF(2⁸)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434840"/>
            <a:ext cx="457200" cy="1005840"/>
          </a:xfrm>
          <a:prstGeom prst="roundRect">
            <a:avLst>
              <a:gd name="adj" fmla="val 12000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43484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4434840"/>
            <a:ext cx="6583680" cy="1005840"/>
          </a:xfrm>
          <a:prstGeom prst="roundRect">
            <a:avLst>
              <a:gd name="adj" fmla="val 5455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434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CA-4  AddRoundKey + Rule-90 CA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256-bit key XOR; Rule-90: state[i] = state[i-1] XOR state[i+1] across 128-bit row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" y="2011680"/>
            <a:ext cx="0" cy="13716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" y="3154680"/>
            <a:ext cx="0" cy="13716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" y="4297680"/>
            <a:ext cx="0" cy="13716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5577840"/>
            <a:ext cx="7132320" cy="1005840"/>
          </a:xfrm>
          <a:prstGeom prst="roundRect">
            <a:avLst>
              <a:gd name="adj" fmla="val 636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557784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 ·  14 rounds  ·  CTR Mode  ·  Encrypt = Decrypt (same hardware)  ·  direct_key[255:0]  ·  direct_din/dout[127:0]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63840" y="914400"/>
            <a:ext cx="4114800" cy="2377440"/>
          </a:xfrm>
          <a:prstGeom prst="roundRect">
            <a:avLst>
              <a:gd name="adj" fmla="val 3077"/>
            </a:avLst>
          </a:prstGeom>
          <a:solidFill>
            <a:srgbClr val="162D6A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9418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Mode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955280" y="13258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HW for Encrypt &amp; Decrypt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E: AES(counter) XOR plaintext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ciphertext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AES(counter) XOR ciphertext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plaintext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is always forward-encrypted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863840" y="347472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7A4000"/>
          </a:solidFill>
          <a:ln w="12700">
            <a:solidFill>
              <a:srgbClr val="7A4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35021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Interface (PDF Engine)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55280" y="388620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direct_key[255:0]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direct_din[127:0]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direct_start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direct_decrypt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direct_dout[127:0]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direct_done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63840" y="5532120"/>
            <a:ext cx="4114800" cy="1051560"/>
          </a:xfrm>
          <a:prstGeom prst="roundRect">
            <a:avLst>
              <a:gd name="adj" fmla="val 6087"/>
            </a:avLst>
          </a:prstGeom>
          <a:solidFill>
            <a:srgbClr val="0A2040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553212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rounds total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schedule expanded from 256-bit to 240 bytes (60 words)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 &amp; Decryption 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CTR + CA-HMAC Authentication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858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0" y="68580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6858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5394960" cy="758952"/>
          </a:xfrm>
          <a:prstGeom prst="roundRect">
            <a:avLst>
              <a:gd name="adj" fmla="val 843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3502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Collect Entropy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609344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MS-TRNG STATUS until valid=1, read DATA × 12 times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words → KEY regs, 4 words → NONCE regs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130552"/>
            <a:ext cx="5394960" cy="758952"/>
          </a:xfrm>
          <a:prstGeom prst="roundRect">
            <a:avLst>
              <a:gd name="adj" fmla="val 843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6712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Configure PDF Engine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441448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APP_MODE, SRC_ADDR, DST_ADDR, PDF_LEN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DOC_ID, TIMESTAMP, AUTH_LEVEL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962656"/>
            <a:ext cx="5394960" cy="758952"/>
          </a:xfrm>
          <a:prstGeom prst="roundRect">
            <a:avLst>
              <a:gd name="adj" fmla="val 8434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992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Load KEY + NONCE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273552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KEY[0..7] and NONCE[0..3] from TRNG reads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256-bit key + 128-bit nonce loaded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794760"/>
            <a:ext cx="5394960" cy="758952"/>
          </a:xfrm>
          <a:prstGeom prst="roundRect">
            <a:avLst>
              <a:gd name="adj" fmla="val 8434"/>
            </a:avLst>
          </a:prstGeom>
          <a:solidFill>
            <a:srgbClr val="455A8A"/>
          </a:solidFill>
          <a:ln w="12700">
            <a:solidFill>
              <a:srgbClr val="455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313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Start Engine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105656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CTRL = 0x05 (START | IRQ_EN)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interrupt (ext_irq to CPU)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626864"/>
            <a:ext cx="5394960" cy="758952"/>
          </a:xfrm>
          <a:prstGeom prst="roundRect">
            <a:avLst>
              <a:gd name="adj" fmla="val 8434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663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Engine Streams Output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937760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Header → Encrypted PDF bytes → CA-HMAC Tag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images + text encrypted together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5458968"/>
            <a:ext cx="5394960" cy="758952"/>
          </a:xfrm>
          <a:prstGeom prst="roundRect">
            <a:avLst>
              <a:gd name="adj" fmla="val 8434"/>
            </a:avLst>
          </a:prstGeom>
          <a:solidFill>
            <a:srgbClr val="0A3A0A"/>
          </a:solidFill>
          <a:ln w="12700">
            <a:solidFill>
              <a:srgbClr val="0A3A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549554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Read Result Tag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5769864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RESULT_TAG[0..3] from PDF Engine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128-bit tag alongside document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92240" y="1298448"/>
            <a:ext cx="5394960" cy="758952"/>
          </a:xfrm>
          <a:prstGeom prst="roundRect">
            <a:avLst>
              <a:gd name="adj" fmla="val 843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133502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Load Pre-shared Keys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1609344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KEY[0..7] and NONCE[0..3]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key+nonce used during encryption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92240" y="2130552"/>
            <a:ext cx="5394960" cy="758952"/>
          </a:xfrm>
          <a:prstGeom prst="roundRect">
            <a:avLst>
              <a:gd name="adj" fmla="val 843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216712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Load Expected Tag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2441448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EXP_TAG[0..3] (stored from encryption)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128-bit CA-HMAC for authentication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92240" y="2962656"/>
            <a:ext cx="5394960" cy="758952"/>
          </a:xfrm>
          <a:prstGeom prst="roundRect">
            <a:avLst>
              <a:gd name="adj" fmla="val 8434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29992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Configure Addresses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3273552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SRC_ADDR = ciphertext in SRAM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DST_ADDR = output location, PDF_LEN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92240" y="3794760"/>
            <a:ext cx="5394960" cy="758952"/>
          </a:xfrm>
          <a:prstGeom prst="roundRect">
            <a:avLst>
              <a:gd name="adj" fmla="val 8434"/>
            </a:avLst>
          </a:prstGeom>
          <a:solidFill>
            <a:srgbClr val="455A8A"/>
          </a:solidFill>
          <a:ln w="12700">
            <a:solidFill>
              <a:srgbClr val="455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38313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Start Engine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4105656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CTRL = 0x07 (START | DECRYPT | IRQ_EN)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interrupt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92240" y="4626864"/>
            <a:ext cx="5394960" cy="758952"/>
          </a:xfrm>
          <a:prstGeom prst="roundRect">
            <a:avLst>
              <a:gd name="adj" fmla="val 8434"/>
            </a:avLst>
          </a:prstGeom>
          <a:solidFill>
            <a:srgbClr val="7A1010"/>
          </a:solidFill>
          <a:ln w="12700">
            <a:solidFill>
              <a:srgbClr val="7A101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4663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Engine Decrypts + Verifies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83680" y="4937760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Recomputes CA-HMAC tag over decrypted data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vs EXP_TAG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5458968"/>
            <a:ext cx="2560320" cy="758952"/>
          </a:xfrm>
          <a:prstGeom prst="roundRect">
            <a:avLst>
              <a:gd name="adj" fmla="val 8434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5458968"/>
            <a:ext cx="25603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auth_ok =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valid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DST_ADDR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326880" y="5458968"/>
            <a:ext cx="2560320" cy="758952"/>
          </a:xfrm>
          <a:prstGeom prst="roundRect">
            <a:avLst>
              <a:gd name="adj" fmla="val 8434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26880" y="5458968"/>
            <a:ext cx="25603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auth_fail =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zeroes DST_ADDR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output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MS-TRNG  &amp;  India PDF Engine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Source + Streaming Crypto Engine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MS-TRNG — Metastable True RNG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097280" cy="1005840"/>
          </a:xfrm>
          <a:prstGeom prst="roundRect">
            <a:avLst>
              <a:gd name="adj" fmla="val 6364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8-Channel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 Capture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(dual-edge)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188720"/>
            <a:ext cx="1097280" cy="1005840"/>
          </a:xfrm>
          <a:prstGeom prst="roundRect">
            <a:avLst>
              <a:gd name="adj" fmla="val 6364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18872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(pair XOR)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1188720"/>
            <a:ext cx="1097280" cy="1005840"/>
          </a:xfrm>
          <a:prstGeom prst="roundRect">
            <a:avLst>
              <a:gd name="adj" fmla="val 6364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18872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Galois LFSR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(whitening)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1188720"/>
            <a:ext cx="1097280" cy="1005840"/>
          </a:xfrm>
          <a:prstGeom prst="roundRect">
            <a:avLst>
              <a:gd name="adj" fmla="val 6364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18872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RCT + APT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Tests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800-90B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71600" y="1691640"/>
            <a:ext cx="91440" cy="0"/>
          </a:xfrm>
          <a:prstGeom prst="line">
            <a:avLst/>
          </a:prstGeom>
          <a:noFill/>
          <a:ln w="25400">
            <a:solidFill>
              <a:srgbClr val="6A1B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1691640"/>
            <a:ext cx="91440" cy="0"/>
          </a:xfrm>
          <a:prstGeom prst="line">
            <a:avLst/>
          </a:prstGeom>
          <a:noFill/>
          <a:ln w="25400">
            <a:solidFill>
              <a:srgbClr val="6A1B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1691640"/>
            <a:ext cx="91440" cy="0"/>
          </a:xfrm>
          <a:prstGeom prst="line">
            <a:avLst/>
          </a:prstGeom>
          <a:noFill/>
          <a:ln w="254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23444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trng_data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[31:0]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trng_valid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4231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5059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AXI-Lite Slave  @  0x3000_1000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834640"/>
            <a:ext cx="5120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  STATUS   [0]=valid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0x04  DATA     32-bit random word (read clears valid)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0x08  HEALTH   [1]=APT_fail  [0]=RCT_fail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0x0C  CTRL     [0]=enable  [1]=rst_health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70916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EDE7F6"/>
          </a:solidFill>
          <a:ln w="6350">
            <a:solidFill>
              <a:srgbClr val="4A14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736592"/>
            <a:ext cx="521208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Dual-edge capture: posedge + negedge FF per channel. Metastability provides thermal noise entropy. Galois LFSR masks bias. Health tests continuously validate output quality.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71323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PDF Engine — 17-State FSM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0" y="105156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Packet Format: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1188720"/>
            <a:ext cx="1828800" cy="1005840"/>
          </a:xfrm>
          <a:prstGeom prst="roundRect">
            <a:avLst>
              <a:gd name="adj" fmla="val 636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1887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APP_MODE·DOC_ID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818120" y="1188720"/>
            <a:ext cx="2377440" cy="1005840"/>
          </a:xfrm>
          <a:prstGeom prst="roundRect">
            <a:avLst>
              <a:gd name="adj" fmla="val 6364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8120" y="11887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PDF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Stream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images + fonts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file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241280" y="1188720"/>
            <a:ext cx="1463040" cy="1005840"/>
          </a:xfrm>
          <a:prstGeom prst="roundRect">
            <a:avLst>
              <a:gd name="adj" fmla="val 6364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0" y="118872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CA-HMAC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128-bit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Rule-30 ×8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2377440"/>
            <a:ext cx="5943600" cy="2286000"/>
          </a:xfrm>
          <a:prstGeom prst="roundRect">
            <a:avLst>
              <a:gd name="adj" fmla="val 3200"/>
            </a:avLst>
          </a:prstGeom>
          <a:solidFill>
            <a:srgbClr val="E8EDF8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2404872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Registers  @  0x3000_2000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2788920"/>
            <a:ext cx="5669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0x000  CTRL      [0]=START [1]=DECRYPT [2]=IRQ_EN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0x004  APP_MODE  0=Aadhaar 1=GovDoc 2=Medical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0x008  STATUS    busy/done/auth_ok/auth_fail/error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0x00C  SRC_ADDR  Input PDF base in SRAM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0x010  DST_ADDR  Output base in SRAM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0x014  PDF_LEN   Byte count (multiple of 16)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0x018  NONCE[0..3]  128-bit nonce (4 words)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0x028  KEY[0..7]    256-bit AES key (8 words)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43600" y="4800600"/>
            <a:ext cx="1828800" cy="1737360"/>
          </a:xfrm>
          <a:prstGeom prst="roundRect">
            <a:avLst>
              <a:gd name="adj" fmla="val 368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480060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APP_MODE=0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photo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scan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818120" y="4800600"/>
            <a:ext cx="1828800" cy="1737360"/>
          </a:xfrm>
          <a:prstGeom prst="roundRect">
            <a:avLst>
              <a:gd name="adj" fmla="val 3684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18120" y="480060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APP_MODE=1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GovDoc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pages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692640" y="4800600"/>
            <a:ext cx="2194560" cy="1737360"/>
          </a:xfrm>
          <a:prstGeom prst="roundRect">
            <a:avLst>
              <a:gd name="adj" fmla="val 3684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92640" y="480060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APP_MODE=2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 images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1216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AXI-Lite Fabric &amp; Firewall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234440"/>
            <a:ext cx="2011680" cy="731520"/>
          </a:xfrm>
          <a:prstGeom prst="roundRect">
            <a:avLst>
              <a:gd name="adj" fmla="val 875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234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m0: CPU dmem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 trusted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2148840"/>
            <a:ext cx="2011680" cy="731520"/>
          </a:xfrm>
          <a:prstGeom prst="roundRect">
            <a:avLst>
              <a:gd name="adj" fmla="val 8750"/>
            </a:avLst>
          </a:prstGeom>
          <a:solidFill>
            <a:srgbClr val="455A8A"/>
          </a:solidFill>
          <a:ln w="12700">
            <a:solidFill>
              <a:srgbClr val="455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1488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PDF DMA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  semi-trusted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645920" cy="1920240"/>
          </a:xfrm>
          <a:prstGeom prst="roundRect">
            <a:avLst>
              <a:gd name="adj" fmla="val 4444"/>
            </a:avLst>
          </a:prstGeom>
          <a:solidFill>
            <a:srgbClr val="162D6A"/>
          </a:solidFill>
          <a:ln w="19050">
            <a:solidFill>
              <a:srgbClr val="FF8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097280"/>
            <a:ext cx="1645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1600200"/>
            <a:ext cx="274320" cy="0"/>
          </a:xfrm>
          <a:prstGeom prst="line">
            <a:avLst/>
          </a:prstGeom>
          <a:noFill/>
          <a:ln w="19050">
            <a:solidFill>
              <a:srgbClr val="1E3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2514600"/>
            <a:ext cx="274320" cy="0"/>
          </a:xfrm>
          <a:prstGeom prst="line">
            <a:avLst/>
          </a:prstGeom>
          <a:noFill/>
          <a:ln w="19050">
            <a:solidFill>
              <a:srgbClr val="455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05156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455A8A"/>
          </a:solidFill>
          <a:ln w="12700">
            <a:solidFill>
              <a:srgbClr val="455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0515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Boot ROM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80560" y="1527048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52704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SRAM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80560" y="2002536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200253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AES-CA [FW]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80560" y="2478024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47802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TRNG [FW]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480560" y="2953512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295351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PDF [FW]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806440" y="105156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10515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UART [FW]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806440" y="1527048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152704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I2C [FW]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06440" y="2002536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01579B"/>
          </a:solidFill>
          <a:ln w="12700">
            <a:solidFill>
              <a:srgbClr val="01579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200253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SPI [FW]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206240" y="1252728"/>
            <a:ext cx="274320" cy="0"/>
          </a:xfrm>
          <a:prstGeom prst="line">
            <a:avLst/>
          </a:prstGeom>
          <a:noFill/>
          <a:ln w="12700">
            <a:solidFill>
              <a:srgbClr val="FF8F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06240" y="2002536"/>
            <a:ext cx="274320" cy="0"/>
          </a:xfrm>
          <a:prstGeom prst="line">
            <a:avLst/>
          </a:prstGeom>
          <a:noFill/>
          <a:ln w="12700">
            <a:solidFill>
              <a:srgbClr val="FF8F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97680" y="338328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0A2040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3383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 (s1) has no firewall — DMA accesses SRAM directly via xbar.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98080" y="1005840"/>
            <a:ext cx="4389120" cy="2011680"/>
          </a:xfrm>
          <a:prstGeom prst="roundRect">
            <a:avLst>
              <a:gd name="adj" fmla="val 363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10332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Firewall — Per Protected Slave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89520" y="1417320"/>
            <a:ext cx="4114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perm_table  [ slave*4 + master 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Write-once lock  (write 0xDEADBEEF to LOCK_TABLE)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access logged to LAST_DENIED_ADDR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DENY_COUNT [15:0] incremented on each block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SLVERR returned to master on denied access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98080" y="3200400"/>
            <a:ext cx="4389120" cy="3474720"/>
          </a:xfrm>
          <a:prstGeom prst="roundRect">
            <a:avLst>
              <a:gd name="adj" fmla="val 2105"/>
            </a:avLst>
          </a:prstGeom>
          <a:solidFill>
            <a:srgbClr val="162D6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32278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Register Map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89520" y="3630168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  PERM_TABLE        [31:0]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0x04  LOCK_TABLE        write 0xDEADBEEF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0x08  LAST_DENIED_ADDR  [31:0]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0x0C  LAST_DENIED_MASTER [1:0]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0x10  DENY_COUNT        [15:0]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(after reset):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CPU (m0) -&gt; s2..s7 : ALLOW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DMA (m1) -&gt; s2..s7 : DENY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Peripherals — PULP Platform + Security Wrappers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apb_uart · apb_i2c · apb_spi_master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85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UART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apb_uart + axil_to_apb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0x4000_0000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E0F2F1"/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2821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Glitch Filter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3-sample stability vote on RX input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E0F2F1"/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1401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Secure-mode TX Gate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Silences TX, flushes RX on lockout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E0F2F1"/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9981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Frame-Error Detection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337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and alerts on framing errors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74904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E0F2F1"/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8561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Baud-Rate Lock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023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0xA5 to LOCK reg; prevents MITM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443484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E0F2F1"/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7141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+ ATTACK_ALERT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709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bits [5][6] in STATUS register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5138928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51663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  DATA    TX write / RX read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0x04  STATUS  [7:0] flags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0x08  BAUD    clock divisor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0x0C  CTRL    TX_EN/RX_EN/FIFO_CLR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0x10  LOCK    write 0xA5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60520" y="6858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685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I2C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60520" y="12618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apb_i2c + axil_to_apb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0x4000_1000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60520" y="169164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E0F7FA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1960" y="172821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4-Entry Address Whitelist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5196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whitelisted 7-bit addresses pass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60520" y="237744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E0F7FA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241401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Stuck Detection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5196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cycles timeout → asserts BUS_STUCK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60520" y="306324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E0F7FA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51960" y="309981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9-Pulse SCL Recovery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51960" y="3337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recovery sequence on stuck bus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60520" y="374904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E0F7FA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51960" y="378561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 Glitch Filter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251960" y="4023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majority voter on SDA input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60520" y="443484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E0F7FA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51960" y="447141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Secure-mode Lockout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251960" y="4709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all I2C transactions when active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60520" y="5138928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005662"/>
          </a:solidFill>
          <a:ln w="12700">
            <a:solidFill>
              <a:srgbClr val="00566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51960" y="51663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  CTRL    START/STOP/RW/ACK_EN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0x10  STATUS  [6:0] flags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0x14  PRESCALE SCL divider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0x18  WL_CTRL  whitelist ctrl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0x1C  WL_ADDR  7-bit address entry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046720" y="6858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1579B"/>
          </a:solidFill>
          <a:ln w="12700">
            <a:solidFill>
              <a:srgbClr val="01579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46720" y="685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SPI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046720" y="12618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apb_spi_master + axil_to_apb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0x4000_2000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046720" y="169164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E3F2FD"/>
          </a:solidFill>
          <a:ln w="6350">
            <a:solidFill>
              <a:srgbClr val="01579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38160" y="172821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CS Guard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13816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cannot hold CS low manually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046720" y="237744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E3F2FD"/>
          </a:solidFill>
          <a:ln w="6350">
            <a:solidFill>
              <a:srgbClr val="01579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38160" y="241401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Length Cap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13816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MAX_LEN[7:0] limits bytes per transaction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046720" y="306324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E3F2FD"/>
          </a:solidFill>
          <a:ln w="6350">
            <a:solidFill>
              <a:srgbClr val="01579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38160" y="309981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Per-CS Permanent Lock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138160" y="3337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CS_LOCK[3:0] write-once disables CS pin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046720" y="374904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E3F2FD"/>
          </a:solidFill>
          <a:ln w="6350">
            <a:solidFill>
              <a:srgbClr val="01579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38160" y="378561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/ Underrun Alert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138160" y="4023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ALERT[1:0] flags on FIFO errors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046720" y="443484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E3F2FD"/>
          </a:solidFill>
          <a:ln w="6350">
            <a:solidFill>
              <a:srgbClr val="01579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38160" y="447141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Secure-mode Lockout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138160" y="4709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CS_N=1111, blocks all SPI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046720" y="5138928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01437A"/>
          </a:solidFill>
          <a:ln w="12700">
            <a:solidFill>
              <a:srgbClr val="01437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38160" y="51663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  DATA    TX write / RX read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0x08  CTRL    START/CPOL/CPHA/LOOPBACK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0x0C  CS_SEL  one-hot chip-select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0x14  MAX_LEN max transfer bytes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0x18  CS_LOCK permanent CS disable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1216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Protection Summary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5577840" cy="2697480"/>
          </a:xfrm>
          <a:prstGeom prst="roundRect">
            <a:avLst>
              <a:gd name="adj" fmla="val 3390"/>
            </a:avLst>
          </a:prstGeom>
          <a:solidFill>
            <a:srgbClr val="162D6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Core Protections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2120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parity check  →  trap on mismatch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range guard (CSR 0xBC0/BC1)  →  halt on OOB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file ECC Hamming(7,4)  →  correct 1-bit, flag 2-bit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24-bit watchdog  →  reset on stall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26480" y="1005840"/>
            <a:ext cx="5577840" cy="2697480"/>
          </a:xfrm>
          <a:prstGeom prst="roundRect">
            <a:avLst>
              <a:gd name="adj" fmla="val 3390"/>
            </a:avLst>
          </a:prstGeom>
          <a:solidFill>
            <a:srgbClr val="0A2A0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0515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Firewall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1508760"/>
            <a:ext cx="52120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Per-(master,slave) permission table  [32-bit]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Write-once lock  (0xDEADBEEF)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access logging + deny counter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SLVERR on unauthorized access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CPU-only on s2–s7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3840480"/>
            <a:ext cx="5577840" cy="2697480"/>
          </a:xfrm>
          <a:prstGeom prst="roundRect">
            <a:avLst>
              <a:gd name="adj" fmla="val 3390"/>
            </a:avLst>
          </a:prstGeom>
          <a:solidFill>
            <a:srgbClr val="162D6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862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UART &amp; I2C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343400"/>
            <a:ext cx="52120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UART: RX glitch filter (3-sample vote)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UART: Baud-rate lock (0xA5 write-once)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UART: Frame-error attack detection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I2C: 4-entry 7-bit address whitelist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I2C: Bus-stuck (500k) + 9-pulse recovery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5577840" cy="2697480"/>
          </a:xfrm>
          <a:prstGeom prst="roundRect">
            <a:avLst>
              <a:gd name="adj" fmla="val 3390"/>
            </a:avLst>
          </a:prstGeom>
          <a:solidFill>
            <a:srgbClr val="0D0D2A"/>
          </a:solidFill>
          <a:ln w="12700">
            <a:solidFill>
              <a:srgbClr val="455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8862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&amp; PDF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4343400"/>
            <a:ext cx="52120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SPI: HW CS guard  —  no soft CS hold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SPI: Transfer length enforcement (MAX_LEN)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SPI: Per-CS permanent lockout register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PDF: CA-HMAC on every document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PDF: Auth-fail  →  HW zeroes output region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1216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Applications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777240"/>
            <a:ext cx="1216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 ·  Government Document  ·  Medical Record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3566160" cy="5303520"/>
          </a:xfrm>
          <a:prstGeom prst="roundRect">
            <a:avLst>
              <a:gd name="adj" fmla="val 3077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13716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FF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APP_MODE = 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Aadhaar PDF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UIDAI / Biometric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926080"/>
            <a:ext cx="3291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Face photograph (JPEG)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Fingerprint minutiae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Iris scan data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UID number + QR code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encrypted as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binary blob.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Auth-level: restricted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6217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Authority: UIDAI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1325880"/>
            <a:ext cx="3566160" cy="5303520"/>
          </a:xfrm>
          <a:prstGeom prst="roundRect">
            <a:avLst>
              <a:gd name="adj" fmla="val 3077"/>
            </a:avLst>
          </a:prstGeom>
          <a:solidFill>
            <a:srgbClr val="1B4D1B"/>
          </a:solidFill>
          <a:ln w="12700">
            <a:solidFill>
              <a:srgbClr val="1B4D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3716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FF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4343400" y="146304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463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APP_MODE =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43400" y="19659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 Document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4340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/ DigiLocker / IT Act 2000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43400" y="2926080"/>
            <a:ext cx="3291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Scanned document pages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Digital signatures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Official seals / stamps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Form data + images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DOC_ID + TIMESTAMP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encrypted header.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Auth-level: secret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43400" y="6217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Authority: NIC / DigiLocker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38160" y="1325880"/>
            <a:ext cx="3566160" cy="5303520"/>
          </a:xfrm>
          <a:prstGeom prst="roundRect">
            <a:avLst>
              <a:gd name="adj" fmla="val 3077"/>
            </a:avLst>
          </a:prstGeom>
          <a:solidFill>
            <a:srgbClr val="3B0F5E"/>
          </a:solidFill>
          <a:ln w="12700">
            <a:solidFill>
              <a:srgbClr val="3B0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0" y="13716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FF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8275320" y="146304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1463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APP_MODE =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75320" y="19659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Record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7532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/ HL7 FHIR / DICOM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75320" y="2926080"/>
            <a:ext cx="3291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DICOM image slices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X-ray / MRI / CT scans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Lab reports + results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Doctor prescriptions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CA-HMAC ensures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zero-tamper integrity.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Auth-level: top-secret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75320" y="6217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Authority: ABDM / NHA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2026-08-07T18:41:27Z</dcterms:created>
  <dcterms:modified xsi:type="dcterms:W3CDTF">2026-08-07T18:41:27Z</dcterms:modified>
</cp:coreProperties>
</file>